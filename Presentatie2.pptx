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9" r:id="rId3"/>
    <p:sldId id="258" r:id="rId4"/>
    <p:sldId id="257" r:id="rId5"/>
    <p:sldId id="260" r:id="rId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4E4A2-A673-4469-A441-902024D0B25F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58187-07B5-4257-B57D-87696BB6683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8036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058187-07B5-4257-B57D-87696BB6683A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14288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34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1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61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1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79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3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5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67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6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3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06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69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CDBAA4D9-7A8D-CE7B-3756-485ACF18A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548533" cy="6219811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211766"/>
            <a:ext cx="115485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fbeelding 4" descr="Afbeelding met kleding, persoon, knie, schoeisel&#10;&#10;Door AI gegenereerde inhoud is mogelijk onjuist.">
            <a:extLst>
              <a:ext uri="{FF2B5EF4-FFF2-40B4-BE49-F238E27FC236}">
                <a16:creationId xmlns:a16="http://schemas.microsoft.com/office/drawing/2014/main" id="{17EE57D4-94AF-64D1-3FC0-E5D22F846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439" y="3429000"/>
            <a:ext cx="3181369" cy="2346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Afbeelding 5" descr="Afbeelding met gebouw, boog, trappen, Ruïnes&#10;&#10;Door AI gegenereerde inhoud is mogelijk onjuist.">
            <a:extLst>
              <a:ext uri="{FF2B5EF4-FFF2-40B4-BE49-F238E27FC236}">
                <a16:creationId xmlns:a16="http://schemas.microsoft.com/office/drawing/2014/main" id="{0745519C-DA5F-056D-16B2-C146A2A3D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287" y="914416"/>
            <a:ext cx="3176521" cy="1770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Afbeelding 7" descr="Afbeelding met pc-game, Actie/avontuur-game, Fictief personage&#10;&#10;Door AI gegenereerde inhoud is mogelijk onjuist.">
            <a:extLst>
              <a:ext uri="{FF2B5EF4-FFF2-40B4-BE49-F238E27FC236}">
                <a16:creationId xmlns:a16="http://schemas.microsoft.com/office/drawing/2014/main" id="{D0A9EC92-76E5-2AD4-4D97-4A0309879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077" y="1515675"/>
            <a:ext cx="3404447" cy="3243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1C6983FB-335D-E1E6-1F8F-CAEC6FE135F0}"/>
              </a:ext>
            </a:extLst>
          </p:cNvPr>
          <p:cNvSpPr txBox="1"/>
          <p:nvPr/>
        </p:nvSpPr>
        <p:spPr>
          <a:xfrm>
            <a:off x="3443087" y="2629671"/>
            <a:ext cx="576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6000" b="1" dirty="0"/>
              <a:t>+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A5472800-3256-8357-74A6-094C18B79E72}"/>
              </a:ext>
            </a:extLst>
          </p:cNvPr>
          <p:cNvSpPr txBox="1"/>
          <p:nvPr/>
        </p:nvSpPr>
        <p:spPr>
          <a:xfrm>
            <a:off x="6006428" y="2629670"/>
            <a:ext cx="576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6000" b="1" dirty="0"/>
              <a:t>=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FAFA201A-8A59-1EBB-9C4A-A60300D37BBC}"/>
              </a:ext>
            </a:extLst>
          </p:cNvPr>
          <p:cNvSpPr txBox="1"/>
          <p:nvPr/>
        </p:nvSpPr>
        <p:spPr>
          <a:xfrm>
            <a:off x="0" y="914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4000" b="1" dirty="0">
                <a:latin typeface="Amasis MT Pro Black" panose="02040A04050005020304" pitchFamily="18" charset="0"/>
              </a:rPr>
              <a:t>Image editor/generator</a:t>
            </a:r>
          </a:p>
        </p:txBody>
      </p:sp>
    </p:spTree>
    <p:extLst>
      <p:ext uri="{BB962C8B-B14F-4D97-AF65-F5344CB8AC3E}">
        <p14:creationId xmlns:p14="http://schemas.microsoft.com/office/powerpoint/2010/main" val="55964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3BB1-457A-FB7E-3714-7542019A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CD40B1ED-98E4-BDBD-F627-5C6CBDF773B4}"/>
              </a:ext>
            </a:extLst>
          </p:cNvPr>
          <p:cNvSpPr txBox="1"/>
          <p:nvPr/>
        </p:nvSpPr>
        <p:spPr>
          <a:xfrm>
            <a:off x="374904" y="15544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 err="1">
                <a:latin typeface="Amasis MT Pro Black" panose="02040A04050005020304" pitchFamily="18" charset="0"/>
              </a:rPr>
              <a:t>Gradio</a:t>
            </a:r>
            <a:r>
              <a:rPr lang="nl-BE" sz="4800" dirty="0">
                <a:latin typeface="Amasis MT Pro Black" panose="02040A04050005020304" pitchFamily="18" charset="0"/>
              </a:rPr>
              <a:t>/Docker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BA94345B-F8F7-565C-805B-C1D0038CA04F}"/>
              </a:ext>
            </a:extLst>
          </p:cNvPr>
          <p:cNvSpPr txBox="1"/>
          <p:nvPr/>
        </p:nvSpPr>
        <p:spPr>
          <a:xfrm>
            <a:off x="752856" y="1368861"/>
            <a:ext cx="3394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BE" dirty="0"/>
              <a:t>1 prompt</a:t>
            </a:r>
          </a:p>
          <a:p>
            <a:pPr marL="285750" indent="-285750">
              <a:buFontTx/>
              <a:buChar char="-"/>
            </a:pPr>
            <a:r>
              <a:rPr lang="nl-BE" dirty="0"/>
              <a:t>2 mogelijke voorbeeld foto’s</a:t>
            </a:r>
          </a:p>
          <a:p>
            <a:pPr marL="285750" indent="-285750">
              <a:buFontTx/>
              <a:buChar char="-"/>
            </a:pPr>
            <a:r>
              <a:rPr lang="nl-BE" dirty="0"/>
              <a:t>Verschillende </a:t>
            </a:r>
            <a:r>
              <a:rPr lang="nl-BE" dirty="0" err="1"/>
              <a:t>Settings</a:t>
            </a:r>
            <a:endParaRPr lang="nl-BE" dirty="0"/>
          </a:p>
        </p:txBody>
      </p:sp>
      <p:pic>
        <p:nvPicPr>
          <p:cNvPr id="10" name="Afbeelding 9" descr="Afbeelding met tekst, schermopname, nummer, software&#10;&#10;Door AI gegenereerde inhoud is mogelijk onjuist.">
            <a:extLst>
              <a:ext uri="{FF2B5EF4-FFF2-40B4-BE49-F238E27FC236}">
                <a16:creationId xmlns:a16="http://schemas.microsoft.com/office/drawing/2014/main" id="{A3249807-4367-3162-C1B1-495093CF4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89" y="654236"/>
            <a:ext cx="6469163" cy="55495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623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25295-FA13-9CBC-E075-1C5C7CCD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2FB7F6AB-96B0-B8B0-5F20-23008424B8DD}"/>
              </a:ext>
            </a:extLst>
          </p:cNvPr>
          <p:cNvSpPr txBox="1"/>
          <p:nvPr/>
        </p:nvSpPr>
        <p:spPr>
          <a:xfrm>
            <a:off x="374904" y="15544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b="1" dirty="0">
                <a:latin typeface="Amasis MT Pro Black" panose="02040A04050005020304" pitchFamily="18" charset="0"/>
              </a:rPr>
              <a:t>Hoe?</a:t>
            </a:r>
            <a:endParaRPr lang="nl-BE" b="1" dirty="0">
              <a:latin typeface="Amasis MT Pro Black" panose="02040A04050005020304" pitchFamily="18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1054577-134A-D913-07EB-1A9853BF5C9D}"/>
              </a:ext>
            </a:extLst>
          </p:cNvPr>
          <p:cNvSpPr txBox="1"/>
          <p:nvPr/>
        </p:nvSpPr>
        <p:spPr>
          <a:xfrm>
            <a:off x="374904" y="1088136"/>
            <a:ext cx="606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latin typeface="Amasis MT Pro Black" panose="02040A04050005020304" pitchFamily="18" charset="0"/>
              </a:rPr>
              <a:t>stable-diffusion-xl-base-1.0 + </a:t>
            </a:r>
            <a:r>
              <a:rPr lang="nl-BE" dirty="0" err="1">
                <a:latin typeface="Amasis MT Pro Black" panose="02040A04050005020304" pitchFamily="18" charset="0"/>
              </a:rPr>
              <a:t>refiner</a:t>
            </a:r>
            <a:endParaRPr lang="nl-BE" dirty="0">
              <a:latin typeface="Amasis MT Pro Black" panose="02040A04050005020304" pitchFamily="18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9984860-5F2B-1C9E-04F6-6B5F8C1A1CC5}"/>
              </a:ext>
            </a:extLst>
          </p:cNvPr>
          <p:cNvSpPr txBox="1"/>
          <p:nvPr/>
        </p:nvSpPr>
        <p:spPr>
          <a:xfrm>
            <a:off x="783978" y="1710262"/>
            <a:ext cx="606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latin typeface="Amasis MT Pro Black" panose="02040A04050005020304" pitchFamily="18" charset="0"/>
              </a:rPr>
              <a:t>stable-diffusion-xl-base-1.0: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FB4C333F-D9F6-3718-F1ED-5BC7A68BF241}"/>
              </a:ext>
            </a:extLst>
          </p:cNvPr>
          <p:cNvSpPr txBox="1"/>
          <p:nvPr/>
        </p:nvSpPr>
        <p:spPr>
          <a:xfrm>
            <a:off x="994608" y="2176606"/>
            <a:ext cx="8069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BE" dirty="0"/>
              <a:t>Maakt afbeelding op basis van tekst.</a:t>
            </a:r>
          </a:p>
          <a:p>
            <a:pPr marL="285750" indent="-285750">
              <a:buFontTx/>
              <a:buChar char="-"/>
            </a:pPr>
            <a:r>
              <a:rPr lang="nl-BE" dirty="0"/>
              <a:t>Start met ruis  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0524152-0705-8004-E285-07DE82842523}"/>
              </a:ext>
            </a:extLst>
          </p:cNvPr>
          <p:cNvSpPr txBox="1"/>
          <p:nvPr/>
        </p:nvSpPr>
        <p:spPr>
          <a:xfrm>
            <a:off x="994609" y="3542075"/>
            <a:ext cx="8069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BE" dirty="0"/>
              <a:t>Meer textuur</a:t>
            </a:r>
          </a:p>
          <a:p>
            <a:pPr marL="285750" indent="-285750">
              <a:buFontTx/>
              <a:buChar char="-"/>
            </a:pPr>
            <a:r>
              <a:rPr lang="nl-BE" dirty="0"/>
              <a:t>Fijne details </a:t>
            </a:r>
          </a:p>
          <a:p>
            <a:pPr marL="285750" indent="-285750">
              <a:buFontTx/>
              <a:buChar char="-"/>
            </a:pPr>
            <a:r>
              <a:rPr lang="nl-BE" dirty="0" err="1"/>
              <a:t>Fotorealistischer</a:t>
            </a:r>
            <a:endParaRPr lang="nl-BE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6FBCDCD-4361-337B-460D-0D3DCEC86D54}"/>
              </a:ext>
            </a:extLst>
          </p:cNvPr>
          <p:cNvSpPr txBox="1"/>
          <p:nvPr/>
        </p:nvSpPr>
        <p:spPr>
          <a:xfrm>
            <a:off x="783978" y="3059668"/>
            <a:ext cx="606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>
                <a:latin typeface="Amasis MT Pro Black" panose="02040A04050005020304" pitchFamily="18" charset="0"/>
              </a:rPr>
              <a:t>Refiner</a:t>
            </a:r>
            <a:r>
              <a:rPr lang="nl-BE" dirty="0">
                <a:latin typeface="Amasis MT Pro Black" panose="02040A04050005020304" pitchFamily="18" charset="0"/>
              </a:rPr>
              <a:t>:</a:t>
            </a:r>
          </a:p>
        </p:txBody>
      </p:sp>
      <p:pic>
        <p:nvPicPr>
          <p:cNvPr id="9" name="Afbeelding 8" descr="Afbeelding met clipart, emoticon, smiley, glimlach&#10;&#10;Door AI gegenereerde inhoud is mogelijk onjuist.">
            <a:extLst>
              <a:ext uri="{FF2B5EF4-FFF2-40B4-BE49-F238E27FC236}">
                <a16:creationId xmlns:a16="http://schemas.microsoft.com/office/drawing/2014/main" id="{EFB3D4E0-A81F-969A-E391-879DB4899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451" y="1443857"/>
            <a:ext cx="5601482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02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C1C07BCF-60BE-DDD9-5C11-4C04D2908E39}"/>
              </a:ext>
            </a:extLst>
          </p:cNvPr>
          <p:cNvSpPr txBox="1"/>
          <p:nvPr/>
        </p:nvSpPr>
        <p:spPr>
          <a:xfrm>
            <a:off x="374904" y="15544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b="1" dirty="0">
                <a:latin typeface="Amasis MT Pro Black" panose="02040A04050005020304" pitchFamily="18" charset="0"/>
              </a:rPr>
              <a:t>Hoe?</a:t>
            </a:r>
            <a:endParaRPr lang="nl-BE" b="1" dirty="0">
              <a:latin typeface="Amasis MT Pro Black" panose="02040A04050005020304" pitchFamily="18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82ACBDC-E4F9-50B2-1FFA-38BF1ECA6AC2}"/>
              </a:ext>
            </a:extLst>
          </p:cNvPr>
          <p:cNvSpPr txBox="1"/>
          <p:nvPr/>
        </p:nvSpPr>
        <p:spPr>
          <a:xfrm>
            <a:off x="374904" y="1088136"/>
            <a:ext cx="606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latin typeface="Amasis MT Pro Black" panose="02040A04050005020304" pitchFamily="18" charset="0"/>
              </a:rPr>
              <a:t>controlnet-union-sdxl-1.0 + Detector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1645A6F0-360E-9192-73E9-E92842BCF453}"/>
              </a:ext>
            </a:extLst>
          </p:cNvPr>
          <p:cNvSpPr txBox="1"/>
          <p:nvPr/>
        </p:nvSpPr>
        <p:spPr>
          <a:xfrm>
            <a:off x="994608" y="2176606"/>
            <a:ext cx="8069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BE" dirty="0"/>
              <a:t>Pose.</a:t>
            </a:r>
          </a:p>
          <a:p>
            <a:pPr marL="285750" indent="-285750">
              <a:buFontTx/>
              <a:buChar char="-"/>
            </a:pPr>
            <a:r>
              <a:rPr lang="nl-BE" dirty="0"/>
              <a:t>Diepte</a:t>
            </a:r>
          </a:p>
          <a:p>
            <a:pPr marL="285750" indent="-285750">
              <a:buFontTx/>
              <a:buChar char="-"/>
            </a:pPr>
            <a:r>
              <a:rPr lang="nl-BE" dirty="0" err="1"/>
              <a:t>Canny</a:t>
            </a:r>
            <a:endParaRPr lang="nl-BE" dirty="0"/>
          </a:p>
          <a:p>
            <a:pPr marL="285750" indent="-285750">
              <a:buFontTx/>
              <a:buChar char="-"/>
            </a:pPr>
            <a:r>
              <a:rPr lang="nl-BE" dirty="0" err="1"/>
              <a:t>Normal</a:t>
            </a:r>
            <a:endParaRPr lang="nl-BE" dirty="0"/>
          </a:p>
          <a:p>
            <a:pPr marL="285750" indent="-285750">
              <a:buFontTx/>
              <a:buChar char="-"/>
            </a:pPr>
            <a:r>
              <a:rPr lang="nl-BE" dirty="0" err="1"/>
              <a:t>Structure</a:t>
            </a:r>
            <a:r>
              <a:rPr lang="nl-BE" dirty="0"/>
              <a:t>  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5BA1166-2418-E635-E4A1-B61949798B0C}"/>
              </a:ext>
            </a:extLst>
          </p:cNvPr>
          <p:cNvSpPr txBox="1"/>
          <p:nvPr/>
        </p:nvSpPr>
        <p:spPr>
          <a:xfrm>
            <a:off x="994608" y="4824572"/>
            <a:ext cx="8069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BE" dirty="0"/>
              <a:t>2 </a:t>
            </a:r>
            <a:r>
              <a:rPr lang="nl-BE" dirty="0" err="1"/>
              <a:t>Inputs</a:t>
            </a:r>
            <a:endParaRPr lang="nl-BE" dirty="0"/>
          </a:p>
          <a:p>
            <a:pPr marL="285750" indent="-285750">
              <a:buFontTx/>
              <a:buChar char="-"/>
            </a:pPr>
            <a:r>
              <a:rPr lang="nl-BE" dirty="0"/>
              <a:t>Door geven aan base model.  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10B0F5EB-D642-0C06-A5F3-83702AFE876F}"/>
              </a:ext>
            </a:extLst>
          </p:cNvPr>
          <p:cNvSpPr txBox="1"/>
          <p:nvPr/>
        </p:nvSpPr>
        <p:spPr>
          <a:xfrm>
            <a:off x="783978" y="1710262"/>
            <a:ext cx="606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latin typeface="Amasis MT Pro Black" panose="02040A04050005020304" pitchFamily="18" charset="0"/>
              </a:rPr>
              <a:t>Detector: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91455ED-F22D-DFD8-F7B1-79C9C2D4A9DB}"/>
              </a:ext>
            </a:extLst>
          </p:cNvPr>
          <p:cNvSpPr txBox="1"/>
          <p:nvPr/>
        </p:nvSpPr>
        <p:spPr>
          <a:xfrm>
            <a:off x="783978" y="4455240"/>
            <a:ext cx="606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latin typeface="Amasis MT Pro Black" panose="02040A04050005020304" pitchFamily="18" charset="0"/>
              </a:rPr>
              <a:t>Controlnet-union-sdxl-1.0:</a:t>
            </a:r>
          </a:p>
        </p:txBody>
      </p:sp>
      <p:pic>
        <p:nvPicPr>
          <p:cNvPr id="9" name="Afbeelding 8" descr="Afbeelding met kleding, schermopname, persoon, kunst&#10;&#10;Door AI gegenereerde inhoud is mogelijk onjuist.">
            <a:extLst>
              <a:ext uri="{FF2B5EF4-FFF2-40B4-BE49-F238E27FC236}">
                <a16:creationId xmlns:a16="http://schemas.microsoft.com/office/drawing/2014/main" id="{25F56A83-77A9-2638-5EEB-9432C83B7A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" b="1803"/>
          <a:stretch>
            <a:fillRect/>
          </a:stretch>
        </p:blipFill>
        <p:spPr>
          <a:xfrm>
            <a:off x="5248656" y="407496"/>
            <a:ext cx="6159366" cy="60430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996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BED32B57-18AF-6340-A014-0B5A38CC4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681681"/>
            <a:ext cx="10115550" cy="4301400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38F206F0-67BD-D147-73D7-B428ECAE3BC3}"/>
              </a:ext>
            </a:extLst>
          </p:cNvPr>
          <p:cNvSpPr txBox="1"/>
          <p:nvPr/>
        </p:nvSpPr>
        <p:spPr>
          <a:xfrm>
            <a:off x="374904" y="15544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>
                <a:latin typeface="Amasis MT Pro Black" panose="02040A04050005020304" pitchFamily="18" charset="0"/>
              </a:rPr>
              <a:t>GitHub Workflow</a:t>
            </a:r>
          </a:p>
        </p:txBody>
      </p:sp>
    </p:spTree>
    <p:extLst>
      <p:ext uri="{BB962C8B-B14F-4D97-AF65-F5344CB8AC3E}">
        <p14:creationId xmlns:p14="http://schemas.microsoft.com/office/powerpoint/2010/main" val="233121090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67</Words>
  <Application>Microsoft Office PowerPoint</Application>
  <PresentationFormat>Breedbeeld</PresentationFormat>
  <Paragraphs>29</Paragraphs>
  <Slides>5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0" baseType="lpstr">
      <vt:lpstr>Amasis MT Pro Black</vt:lpstr>
      <vt:lpstr>Aptos</vt:lpstr>
      <vt:lpstr>Arial</vt:lpstr>
      <vt:lpstr>Grandview Display</vt:lpstr>
      <vt:lpstr>DashVTI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De Wispelaere</dc:creator>
  <cp:lastModifiedBy>Sam De Wispelaere</cp:lastModifiedBy>
  <cp:revision>4</cp:revision>
  <dcterms:created xsi:type="dcterms:W3CDTF">2025-12-14T17:32:01Z</dcterms:created>
  <dcterms:modified xsi:type="dcterms:W3CDTF">2025-12-17T20:22:33Z</dcterms:modified>
</cp:coreProperties>
</file>